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开场：介绍 ClawBot 是微信侧 AI Agent，控制台用于运维与答辩演示。接下来按痛点→方案→演示→能力→架构→性能讲述。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背景约110字可原样朗读。点出三个痛点标签，对应三项能力。强调交互在微信，不是又一个视频网站。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口播：前端不是 C 端产品页，而是运维与答辩演示控制台。展示工具数、Skill 数、运行中状态。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点开天气工具弹窗，展示即时执行结果，体现能力可观测、可试跑。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强调定时任务类型含 BILIBILI_PUSH；对话记录体现订阅后标签学习。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现场按推荐→订阅→定时推送一条龙演示。右侧为微信对话示意截图。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评委爱问打分权重：记住 35/5/20/40。订阅权重最高，用于兴趣进化。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防追问金句：即时走 bilibili skill；定时走 scheduler_manage + BILIBILI_PUSH，不要混用。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Skill=领域能力包。bilibili.yaml 明确：定时推送不要用本技能，改用 scheduler_manage。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不要逐个念工具名，按分组扫一眼。结尾强调 Skill≠Tool 对比框。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按箭头讲：微信→调度（同用户串行异用户并行）→Handler→Bypass或Orchestrator→格式化回微信。Memory 贯穿。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外环编排、内环 function-calling、B站子环有界规划。这是答辩架构亮点页。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四块依次讲完即可。数字已与 application.properties 对齐。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数字卡片快速过；重点讲 Guard + Validation + Checkpoint 如何防止失控。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收束四句话后进入 Q&amp;A。预备答：能力边界、打分权重、并行保序、Skill≠Tool。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ClawBot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面向影视动漫爱好者的微信 AI Agent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 / 展示 PPT  ·  前端控制台 · B站闭环 · Skill/Tool · 架构 · 性能优化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建议口播 8–10 分钟  ·  15 页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292608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88720"/>
            <a:ext cx="10515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随着影视动漫资源爆炸增长，用户选片困难。现有平台多以流量优先，难以贴合个人喜好；追番追剧需跨平台手动查看更新，订阅管理零散，容易错过更新。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 AI Agent 面向影视动漫爱好者，依托用户自定义兴趣标签实现动漫、影视剧集个性化推荐，支持每日定时推送、订阅作品更新提醒，统一完成内容筛选与消息通知，简化找片与追更流程。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297680"/>
            <a:ext cx="347472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572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选片难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5120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标签推荐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7680" y="4297680"/>
            <a:ext cx="347472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4572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喜好难贴合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297680" y="5120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定时推送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46720" y="4297680"/>
            <a:ext cx="347472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0" y="4572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追更零散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46720" y="5120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订阅提醒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前端展示 · 仪表盘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http://localhost:8080/console  ·  运维 / 答辩控制台</a:t>
            </a:r>
            <a:endParaRPr lang="en-US" sz="1200" dirty="0"/>
          </a:p>
        </p:txBody>
      </p:sp>
      <p:pic>
        <p:nvPicPr>
          <p:cNvPr id="5" name="Image 0" descr="E:\SpringBoot\Spring\docs\ppt\assets\console-d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7863840" cy="5394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12480" y="1188720"/>
            <a:ext cx="3383280" cy="4937760"/>
          </a:xfrm>
          <a:prstGeom prst="roundRect">
            <a:avLst>
              <a:gd name="adj" fmla="val 2703"/>
            </a:avLst>
          </a:prstGeom>
          <a:solidFill>
            <a:srgbClr val="1E293B"/>
          </a:solidFill>
          <a:ln/>
        </p:spPr>
      </p:sp>
      <p:sp>
        <p:nvSpPr>
          <p:cNvPr id="7" name="Text 4"/>
          <p:cNvSpPr/>
          <p:nvPr/>
        </p:nvSpPr>
        <p:spPr>
          <a:xfrm>
            <a:off x="8595360" y="1371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595360" y="1920240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14 / Skill 5
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Bot 在线状态一目了然
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真实交互在微信
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控制台用于演示与运维
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并行度 / 超时等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运行参数可见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前端展示 · 能力中心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/ Tool 卡片网格 · 可在线试跑（示例：get_weather）</a:t>
            </a:r>
            <a:endParaRPr lang="en-US" sz="1200" dirty="0"/>
          </a:p>
        </p:txBody>
      </p:sp>
      <p:pic>
        <p:nvPicPr>
          <p:cNvPr id="5" name="Image 0" descr="E:\SpringBoot\Spring\docs\ppt\assets\console-too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112471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前端展示 · 定时任务 &amp; 对话记录</a:t>
            </a:r>
            <a:endParaRPr lang="en-US" sz="2400" dirty="0"/>
          </a:p>
        </p:txBody>
      </p:sp>
      <p:pic>
        <p:nvPicPr>
          <p:cNvPr id="4" name="Image 0" descr="E:\SpringBoot\Spring\docs\ppt\assets\console-ta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822960"/>
            <a:ext cx="5760720" cy="3566160"/>
          </a:xfrm>
          <a:prstGeom prst="rect">
            <a:avLst/>
          </a:prstGeom>
        </p:spPr>
      </p:pic>
      <p:pic>
        <p:nvPicPr>
          <p:cNvPr id="5" name="Image 1" descr="E:\SpringBoot\Spring\docs\ppt\assets\console-histo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822960"/>
            <a:ext cx="5669280" cy="35661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4663440"/>
            <a:ext cx="1124712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/>
        </p:spPr>
      </p:sp>
      <p:sp>
        <p:nvSpPr>
          <p:cNvPr id="7" name="Text 3"/>
          <p:cNvSpPr/>
          <p:nvPr/>
        </p:nvSpPr>
        <p:spPr>
          <a:xfrm>
            <a:off x="685800" y="489204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左：BILIBILI_PUSH 任务可见（与微信「每天晚上十点推送…」同源）    右：Mongo 记忆 recent-turns=15 · summary-every=10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口播：微信自然语言创建的任务，在控制台可 CRUD / 开关；对话记录证明多轮上下文与标签学习可追溯。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B站功能演示 · 闭环脚本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3716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动漫推荐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83080" y="14173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057400" y="118872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2057400" y="13716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想看/订阅编号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14173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749040" y="118872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13716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标签自动学习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66360" y="14173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40680" y="118872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440680" y="13716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再推荐更贴口味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14173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132320" y="118872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13716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订阅连载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49640" y="14173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823960" y="118872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8823960" y="13716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更新提醒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41280" y="14173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515600" y="118872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0" y="13716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定时推送</a:t>
            </a:r>
            <a:endParaRPr lang="en-US" sz="1200" dirty="0"/>
          </a:p>
        </p:txBody>
      </p:sp>
      <p:pic>
        <p:nvPicPr>
          <p:cNvPr id="24" name="Image 0" descr="E:\SpringBoot\Spring\docs\ppt\assets\wechat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2468880"/>
            <a:ext cx="3931920" cy="411480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365760" y="2560320"/>
            <a:ext cx="3474720" cy="384048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/>
        </p:spPr>
      </p:sp>
      <p:sp>
        <p:nvSpPr>
          <p:cNvPr id="26" name="Text 23"/>
          <p:cNvSpPr/>
          <p:nvPr/>
        </p:nvSpPr>
        <p:spPr>
          <a:xfrm>
            <a:off x="548640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演示话术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48640" y="320040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发送「动漫推荐」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回复「订阅1」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观察标签学习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「每天晚上十点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推送3部高分电影」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到点【B站推送】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B站 · 个性化推荐与反馈闭环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25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候选召回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有标签：按题材/标签检索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无标签：Mongo 高分池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可回落远程 B站候选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37560" y="109728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325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综合打分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4720" y="201168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 35% + 热度 5%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题材 20% + 标签 40%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排除已看/不喜欢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109728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325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交互闭环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201168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PendingRecommendationStore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支持「订阅2 / 想看3」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反馈反哺兴趣标签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89720" y="109728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0" y="1325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自动学习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326880" y="201168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订阅权重 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想看 2 · 已看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不喜欢移除标签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035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关键类：BilibiliRecommendationServiceImpl · RecommendationCandidateScorer · BilibiliPreference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B站 · 订阅追更 &amp; 定时推送边界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0" cy="4937760"/>
          </a:xfrm>
          <a:prstGeom prst="roundRect">
            <a:avLst>
              <a:gd name="adj" fmla="val 1852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即时操作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入口：bilibili Skill / bilibili_manage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能力：搜索 · 立即推荐 · 订阅 · 标记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检查更新 · 偏好设置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调度：BilibiliSubscriptionScheduler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通知：UpdateNotification → 微信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097280"/>
            <a:ext cx="5486400" cy="4937760"/>
          </a:xfrm>
          <a:prstGeom prst="roundRect">
            <a:avLst>
              <a:gd name="adj" fmla="val 1852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3716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定时推送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83680" y="201168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入口：scheduler_manage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task_type = BILIBILI_PUSH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示例：「每天晚上十点推送3部高分电影」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执行：BilibiliPushContentProvider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控制台「定时任务」可查看开关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体系 · 领域能力包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YAML 声明（触发词 / 超时 / 校验） + Java Executor · SkillManager 热加载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bilibili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0" y="14630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B站搜索/推荐/订阅/标记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31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excel-operation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0" y="23317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生成与筛选聚合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200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weread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14800" y="32004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微信读书书架/笔记/荐书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069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voice-reply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14800" y="406908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文字转语音（超时60s）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475488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9377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document-generation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114800" y="49377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Word / PDF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矩阵 · Function-calling 原子能力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834640" cy="3657600"/>
          </a:xfrm>
          <a:prstGeom prst="roundRect">
            <a:avLst>
              <a:gd name="adj" fmla="val 3226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601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生活查询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get_weather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get_route_plan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get_route_weather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get_current_time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convert_currency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get_news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web_search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822960"/>
            <a:ext cx="2834640" cy="3657600"/>
          </a:xfrm>
          <a:prstGeom prst="roundRect">
            <a:avLst>
              <a:gd name="adj" fmla="val 3226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9601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内容安全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20440" y="146304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extract_web_page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check_url_safety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822960"/>
            <a:ext cx="2834640" cy="3657600"/>
          </a:xfrm>
          <a:prstGeom prst="roundRect">
            <a:avLst>
              <a:gd name="adj" fmla="val 3226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9601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趣味工具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146304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calculate_bazi_fortune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calculate_zodiac_info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validate_id_card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281160" y="822960"/>
            <a:ext cx="2834640" cy="3657600"/>
          </a:xfrm>
          <a:prstGeom prst="roundRect">
            <a:avLst>
              <a:gd name="adj" fmla="val 3226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9281160" y="9601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系统能力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64040" y="146304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scheduler_manage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bilibili_manage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754880"/>
            <a:ext cx="1143000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≠ Tool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5349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Skill：领域能力包（YAML + Executor）→ 外环 SKILL 任务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Tool：原子 function（FunctionTool）→ 内环 tool_calls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形态不同、调度环不同，可组合完成复杂用户意图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项目架构 · 主链路</a:t>
            </a:r>
            <a:endParaRPr lang="en-US" sz="2400" dirty="0"/>
          </a:p>
        </p:txBody>
      </p:sp>
      <p:pic>
        <p:nvPicPr>
          <p:cNvPr id="4" name="Image 0" descr="E:\SpringBoot\Spring\docs\ppt\assets\architecture-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85800"/>
            <a:ext cx="1115568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项目架构 · 双环 Agent（亮点）</a:t>
            </a:r>
            <a:endParaRPr lang="en-US" sz="2400" dirty="0"/>
          </a:p>
        </p:txBody>
      </p:sp>
      <p:pic>
        <p:nvPicPr>
          <p:cNvPr id="4" name="Image 0" descr="E:\SpringBoot\Spring\docs\ppt\assets\architecture-dual-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"/>
            <a:ext cx="111556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性能优化 · 四象限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5577840" cy="2606040"/>
          </a:xfrm>
          <a:prstGeom prst="roundRect">
            <a:avLst>
              <a:gd name="adj" fmla="val 3509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agent.max-parallelism=3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消息调度 parallelism=4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同用户保序 · 异用户并行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Prompt：互不依赖工具同轮发出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868680"/>
            <a:ext cx="5577840" cy="2606040"/>
          </a:xfrm>
          <a:prstGeom prst="roundRect">
            <a:avLst>
              <a:gd name="adj" fmla="val 3509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0972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超时预算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37960" y="164592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总执行 timeout=90s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重规划 timeout=8s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默认 30s（语音60s）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 HTTP 工具独立超时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3657600"/>
            <a:ext cx="5577840" cy="2606040"/>
          </a:xfrm>
          <a:prstGeom prst="roundRect">
            <a:avLst>
              <a:gd name="adj" fmla="val 3509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8862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节省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85800" y="443484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工具结果截断 8k / 16k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 8k · 网页 6k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记忆近15轮+周期摘要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UserFacingResultFormatter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3657600"/>
            <a:ext cx="5577840" cy="2606040"/>
          </a:xfrm>
          <a:prstGeom prst="roundRect">
            <a:avLst>
              <a:gd name="adj" fmla="val 3509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38862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熔断缓存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37960" y="443484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同工具失败上限=2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重复调用去重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熔断/重试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B站缓存30min · gap 2.5s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性能优化 · 关键数字 &amp; 质量守卫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0972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内环 max-tool-rounds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77440" y="91440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2377440" y="10972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68880" y="1920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 tool calls 上限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91440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10972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434840" y="1920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 tool calls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91440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0972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00800" y="1920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重规划次数预算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75320" y="91440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10972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0.60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366760" y="1920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校验置信度阈值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241280" y="91440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10241280" y="10972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1500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0332720" y="1920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长文分片阈值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3108960"/>
            <a:ext cx="1133856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3832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少重试 · 保质量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1520" y="3931920"/>
            <a:ext cx="10789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ToolValidationPipeline：结果置信度不足则 RETRY / REPLAN / ABORT，避免无效烧 Token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重规划预算 replan.max-count=1，防止无限循环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Checkpoint（Mongo）断点续跑：崩溃后减少整单重做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长文分片 wechat.reply.long-text-threshold=1500，适配微信消息长度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 &amp; Q&amp;A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微信对话做产品体验，/console 做运维与答辩展示
</a:t>
            </a:r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B站：标签推荐 + 订阅追更 + 定时推送，形成找片与追更闭环
</a:t>
            </a:r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Skill / Tool 分层：领域能力包 × 原子 function-calling
</a:t>
            </a:r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双环 Agent + Guard/缓存/并行：可控、省 Token、可扩展
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 · 欢迎提问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ClawBot 项目答辩/展示</dc:title>
  <dc:subject>前端 · B站 · Skill/Tool · 架构 · 性能优化</dc:subject>
  <dc:creator>ClawBot Team</dc:creator>
  <cp:lastModifiedBy>ClawBot Team</cp:lastModifiedBy>
  <cp:revision>1</cp:revision>
  <dcterms:created xsi:type="dcterms:W3CDTF">2026-08-06T06:54:25Z</dcterms:created>
  <dcterms:modified xsi:type="dcterms:W3CDTF">2026-08-06T06:54:25Z</dcterms:modified>
</cp:coreProperties>
</file>